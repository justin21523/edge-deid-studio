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NT$ 95,087</a:t>
            </a:r>
          </a:p>
          <a:p>
            <a:r>
              <a:t>- 最近新增客戶: 曾怡婷慧君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邱志明欣怡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0978-838-508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NT$ 68,029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陳志豪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0939705875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NT$ 36,744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謝怡如淑芬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0910874840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NT$ 38,032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