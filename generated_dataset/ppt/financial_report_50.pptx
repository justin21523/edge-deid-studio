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業務分析報告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報告日期: 2025-07-29</a:t>
            </a:r>
          </a:p>
          <a:p>
            <a:r>
              <a:t>機密文件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客戶資料摘要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主要客戶統計:</a:t>
            </a:r>
          </a:p>
          <a:p>
            <a:r>
              <a:t>- 客戶總數: 20</a:t>
            </a:r>
          </a:p>
          <a:p>
            <a:r>
              <a:t>- 平均帳戶餘額: NT$ 71,900</a:t>
            </a:r>
          </a:p>
          <a:p>
            <a:r>
              <a:t>- 最近新增客戶: 蔡淑娟</a:t>
            </a:r>
          </a:p>
          <a:p/>
          <a:p>
            <a:r>
              <a:t>以下為抽樣資料: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42900">
                <a:tc>
                  <a:txBody>
                    <a:bodyPr/>
                    <a:lstStyle/>
                    <a:p>
                      <a:r>
                        <a:t>客戶姓名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電話號碼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帳戶餘額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謝冠宇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0927888304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NT$ 13,796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許怡如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0974-810-508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NT$ 45,190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楊家豪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0919-129-288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NT$ 87,269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業績分析圖表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