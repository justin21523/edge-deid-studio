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NT$ 81,600</a:t>
            </a:r>
          </a:p>
          <a:p>
            <a:r>
              <a:t>- 最近新增客戶: 謝志明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黃冠廷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0936-416-539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NT$ 47,956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廖宗翰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0962-265-096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NT$ 15,328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廖美玲冠廷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0970-718-466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NT$ 81,496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