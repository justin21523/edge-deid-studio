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NT$ 93,453</a:t>
            </a:r>
          </a:p>
          <a:p>
            <a:r>
              <a:t>- 最近新增客戶: 陳淑惠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黃慧君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0984-989-086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NT$ 71,043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曾承翰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0941-238-562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NT$ 72,125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林志明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0989296215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NT$ 77,719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