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NT$ 73,837</a:t>
            </a:r>
          </a:p>
          <a:p>
            <a:r>
              <a:t>- 最近新增客戶: 鄭承翰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郭雅惠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0959-119-407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NT$ 43,329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吳慧君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0917-223-404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NT$ 83,030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劉志強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0927873354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NT$ 92,485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