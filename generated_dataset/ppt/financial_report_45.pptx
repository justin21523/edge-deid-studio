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NT$ 61,763</a:t>
            </a:r>
          </a:p>
          <a:p>
            <a:r>
              <a:t>- 最近新增客戶: 鄭承翰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廖俊傑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0993149916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NT$ 86,866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蔡志偉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0923-122-391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NT$ 22,696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吳承翰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0911-164-623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NT$ 61,797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