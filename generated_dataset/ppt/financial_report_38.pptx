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NT$ 59,420</a:t>
            </a:r>
          </a:p>
          <a:p>
            <a:r>
              <a:t>- 最近新增客戶: 劉雅婷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李冠宇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0952838986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NT$ 62,409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許柏翰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0955682413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NT$ 30,891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王淑惠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0991258781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NT$ 74,855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