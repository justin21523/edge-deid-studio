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NT$ 93,395</a:t>
            </a:r>
          </a:p>
          <a:p>
            <a:r>
              <a:t>- 最近新增客戶: 楊靜怡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鄭淑惠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0972668613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NT$ 91,625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廖志明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0943953272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NT$ 44,945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黃雅婷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0995-231-790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NT$ 55,239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