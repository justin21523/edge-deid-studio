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NT$ 84,206</a:t>
            </a:r>
          </a:p>
          <a:p>
            <a:r>
              <a:t>- 最近新增客戶: 賴冠宇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黃美玲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0980999487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NT$ 88,464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賴怡如承翰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0962261184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NT$ 39,851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黃俊傑雅玲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0969823143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NT$ 10,385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