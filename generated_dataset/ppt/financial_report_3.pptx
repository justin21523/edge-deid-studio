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NT$ 78,104</a:t>
            </a:r>
          </a:p>
          <a:p>
            <a:r>
              <a:t>- 最近新增客戶: 曾俊宏美玲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劉淑娟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0915656385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NT$ 73,364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邱欣怡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0996-930-726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NT$ 41,807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周靜怡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0923528907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NT$ 12,856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