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翊銘 呂" userId="d02d7c59549b19fa" providerId="LiveId" clId="{5857B3AA-2E7A-424C-9A8C-313C8FA9EA66}"/>
    <pc:docChg chg="undo custSel modSld">
      <pc:chgData name="翊銘 呂" userId="d02d7c59549b19fa" providerId="LiveId" clId="{5857B3AA-2E7A-424C-9A8C-313C8FA9EA66}" dt="2025-07-29T10:24:33.473" v="1" actId="1076"/>
      <pc:docMkLst>
        <pc:docMk/>
      </pc:docMkLst>
      <pc:sldChg chg="modSp mod">
        <pc:chgData name="翊銘 呂" userId="d02d7c59549b19fa" providerId="LiveId" clId="{5857B3AA-2E7A-424C-9A8C-313C8FA9EA66}" dt="2025-07-29T10:24:33.473" v="1" actId="1076"/>
        <pc:sldMkLst>
          <pc:docMk/>
          <pc:sldMk cId="0" sldId="257"/>
        </pc:sldMkLst>
        <pc:graphicFrameChg chg="mod">
          <ac:chgData name="翊銘 呂" userId="d02d7c59549b19fa" providerId="LiveId" clId="{5857B3AA-2E7A-424C-9A8C-313C8FA9EA66}" dt="2025-07-29T10:24:33.473" v="1" actId="1076"/>
          <ac:graphicFrameMkLst>
            <pc:docMk/>
            <pc:sldMk cId="0" sldId="257"/>
            <ac:graphicFrameMk id="4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業務分析報告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報告日期: 2025-07-29</a:t>
            </a:r>
          </a:p>
          <a:p>
            <a:r>
              <a:t>機密文件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客戶資料摘要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主要客戶統計</a:t>
            </a:r>
            <a:r>
              <a:rPr dirty="0"/>
              <a:t>:</a:t>
            </a:r>
          </a:p>
          <a:p>
            <a:r>
              <a:rPr dirty="0"/>
              <a:t>- </a:t>
            </a:r>
            <a:r>
              <a:rPr dirty="0" err="1"/>
              <a:t>客戶總數</a:t>
            </a:r>
            <a:r>
              <a:rPr dirty="0"/>
              <a:t>: 20</a:t>
            </a:r>
          </a:p>
          <a:p>
            <a:r>
              <a:rPr dirty="0"/>
              <a:t>- </a:t>
            </a:r>
            <a:r>
              <a:rPr dirty="0" err="1"/>
              <a:t>平均帳戶餘額</a:t>
            </a:r>
            <a:r>
              <a:rPr dirty="0"/>
              <a:t>: NT$ 81,425</a:t>
            </a:r>
          </a:p>
          <a:p>
            <a:r>
              <a:rPr dirty="0"/>
              <a:t>- </a:t>
            </a:r>
            <a:r>
              <a:rPr dirty="0" err="1"/>
              <a:t>最近新增客戶</a:t>
            </a:r>
            <a:r>
              <a:rPr dirty="0"/>
              <a:t>: </a:t>
            </a:r>
            <a:r>
              <a:rPr dirty="0" err="1"/>
              <a:t>陳雅惠</a:t>
            </a:r>
            <a:endParaRPr dirty="0"/>
          </a:p>
          <a:p>
            <a:endParaRPr dirty="0"/>
          </a:p>
          <a:p>
            <a:r>
              <a:rPr dirty="0" err="1"/>
              <a:t>以下為抽樣資料</a:t>
            </a:r>
            <a:r>
              <a:rPr dirty="0"/>
              <a:t>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961734"/>
              </p:ext>
            </p:extLst>
          </p:nvPr>
        </p:nvGraphicFramePr>
        <p:xfrm>
          <a:off x="914400" y="2286000"/>
          <a:ext cx="7315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t>客戶姓名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電話號碼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帳戶餘額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t>李雅玲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0917934850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NT$ 23,587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dirty="0" err="1"/>
                        <a:t>張宗翰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0976-746-420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NT$ 19,643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t>吳雅玲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0964-789-589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NT$ 27,541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業績分析圖表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</Words>
  <Application>Microsoft Office PowerPoint</Application>
  <PresentationFormat>如螢幕大小 (4:3)</PresentationFormat>
  <Paragraphs>23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業務分析報告</vt:lpstr>
      <vt:lpstr>客戶資料摘要</vt:lpstr>
      <vt:lpstr>業績分析圖表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翊銘 呂</cp:lastModifiedBy>
  <cp:revision>1</cp:revision>
  <dcterms:created xsi:type="dcterms:W3CDTF">2013-01-27T09:14:16Z</dcterms:created>
  <dcterms:modified xsi:type="dcterms:W3CDTF">2025-07-29T10:24:36Z</dcterms:modified>
  <cp:category/>
</cp:coreProperties>
</file>