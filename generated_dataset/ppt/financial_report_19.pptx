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NT$ 86,398</a:t>
            </a:r>
          </a:p>
          <a:p>
            <a:r>
              <a:t>- 最近新增客戶: 陳承翰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楊宗翰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0945661640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NT$ 93,865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劉彥廷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0913-737-272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NT$ 73,486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許志強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0986-354-896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NT$ 82,685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