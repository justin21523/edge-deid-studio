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NT$ 58,234</a:t>
            </a:r>
          </a:p>
          <a:p>
            <a:r>
              <a:t>- 最近新增客戶: 陳慧君淑芬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邱怡婷雅惠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0923-493-783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NT$ 20,089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林承翰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0994-203-696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NT$ 69,321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周美玲彥廷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0931475448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NT$ 55,077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