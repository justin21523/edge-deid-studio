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NT$ 60,694</a:t>
            </a:r>
          </a:p>
          <a:p>
            <a:r>
              <a:t>- 最近新增客戶: 曾建宏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楊冠宇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0921-552-459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NT$ 76,891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邱俊宏宗翰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0961-571-507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NT$ 79,160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陳建宏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0955-620-983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NT$ 15,400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