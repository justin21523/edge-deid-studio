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NT$ 97,123</a:t>
            </a:r>
          </a:p>
          <a:p>
            <a:r>
              <a:t>- 最近新增客戶: 洪佳蓉建志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廖靜怡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0960639129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NT$ 66,377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周宗翰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0976-932-025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NT$ 96,832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洪雅惠雅玲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0915688694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NT$ 38,947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