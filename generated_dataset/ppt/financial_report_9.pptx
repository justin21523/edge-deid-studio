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NT$ 71,701</a:t>
            </a:r>
          </a:p>
          <a:p>
            <a:r>
              <a:t>- 最近新增客戶: 洪欣怡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謝慧君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0956849581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NT$ 47,194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蔡怡如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0988367595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NT$ 65,498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邱靜怡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0970-831-406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NT$ 32,409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