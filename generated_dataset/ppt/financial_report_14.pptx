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NT$ 58,501</a:t>
            </a:r>
          </a:p>
          <a:p>
            <a:r>
              <a:t>- 最近新增客戶: 廖志偉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劉淑芬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0922-946-186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NT$ 18,308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楊志豪承翰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0999-926-274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NT$ 42,034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邱承翰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0955715778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NT$ 32,372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