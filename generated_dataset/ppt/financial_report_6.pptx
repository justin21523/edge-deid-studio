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NT$ 53,832</a:t>
            </a:r>
          </a:p>
          <a:p>
            <a:r>
              <a:t>- 最近新增客戶: 邱冠宇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謝俊傑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0992-930-886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NT$ 98,707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許靜怡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0994-758-974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NT$ 91,520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劉欣怡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0998-240-947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NT$ 80,682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