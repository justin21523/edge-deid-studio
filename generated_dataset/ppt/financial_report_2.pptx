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NT$ 95,882</a:t>
            </a:r>
          </a:p>
          <a:p>
            <a:r>
              <a:t>- 最近新增客戶: 黃淑惠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邱俊宏淑芬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0964683561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NT$ 28,201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曾志豪志偉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0999-364-875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NT$ 93,700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李志強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0912837020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NT$ 26,344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